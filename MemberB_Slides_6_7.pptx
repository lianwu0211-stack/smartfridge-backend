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6C6D2-6366-4D5B-8676-C11E6DB314B6}" v="123" dt="2026-04-01T12:06:43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xuan Tian" userId="59b0e154c4c007a5" providerId="LiveId" clId="{2F09FAEB-2BEA-4540-95C2-49523F805668}"/>
    <pc:docChg chg="undo custSel modSld">
      <pc:chgData name="Yuxuan Tian" userId="59b0e154c4c007a5" providerId="LiveId" clId="{2F09FAEB-2BEA-4540-95C2-49523F805668}" dt="2026-04-01T12:06:43.956" v="133"/>
      <pc:docMkLst>
        <pc:docMk/>
      </pc:docMkLst>
      <pc:sldChg chg="addSp delSp modSp mod setBg modAnim">
        <pc:chgData name="Yuxuan Tian" userId="59b0e154c4c007a5" providerId="LiveId" clId="{2F09FAEB-2BEA-4540-95C2-49523F805668}" dt="2026-04-01T12:06:43.956" v="133"/>
        <pc:sldMkLst>
          <pc:docMk/>
          <pc:sldMk cId="0" sldId="257"/>
        </pc:sldMkLst>
        <pc:spChg chg="mod">
          <ac:chgData name="Yuxuan Tian" userId="59b0e154c4c007a5" providerId="LiveId" clId="{2F09FAEB-2BEA-4540-95C2-49523F805668}" dt="2026-04-01T11:55:55.368" v="2" actId="207"/>
          <ac:spMkLst>
            <pc:docMk/>
            <pc:sldMk cId="0" sldId="257"/>
            <ac:spMk id="9" creationId="{00000000-0000-0000-0000-000000000000}"/>
          </ac:spMkLst>
        </pc:spChg>
        <pc:picChg chg="add del mod">
          <ac:chgData name="Yuxuan Tian" userId="59b0e154c4c007a5" providerId="LiveId" clId="{2F09FAEB-2BEA-4540-95C2-49523F805668}" dt="2026-04-01T11:56:56.028" v="7" actId="478"/>
          <ac:picMkLst>
            <pc:docMk/>
            <pc:sldMk cId="0" sldId="257"/>
            <ac:picMk id="91" creationId="{C5054045-D095-5DAA-F4FE-93F6F5612567}"/>
          </ac:picMkLst>
        </pc:picChg>
        <pc:picChg chg="add mod">
          <ac:chgData name="Yuxuan Tian" userId="59b0e154c4c007a5" providerId="LiveId" clId="{2F09FAEB-2BEA-4540-95C2-49523F805668}" dt="2026-04-01T12:05:21.393" v="132" actId="207"/>
          <ac:picMkLst>
            <pc:docMk/>
            <pc:sldMk cId="0" sldId="257"/>
            <ac:picMk id="93" creationId="{DD5013BB-388D-5671-29EC-C852B04040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059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269748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26974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·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260604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3167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User Interface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207008"/>
            <a:ext cx="260604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1207008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3167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18688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Business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207008"/>
            <a:ext cx="2606040" cy="1115568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97880" y="1207008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07608" y="131673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07608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1755648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1755648"/>
            <a:ext cx="1371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63240" y="2606040"/>
            <a:ext cx="301752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63240" y="2606040"/>
            <a:ext cx="3017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72968" y="267004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Dify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05409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Engine · Knowledge 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07408" y="2322576"/>
            <a:ext cx="0" cy="283464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8503920" cy="1069848"/>
          </a:xfrm>
          <a:prstGeom prst="rect">
            <a:avLst/>
          </a:prstGeom>
          <a:solidFill>
            <a:srgbClr val="2A3F52"/>
          </a:solidFill>
          <a:ln w="12700">
            <a:solidFill>
              <a:srgbClr val="364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9768" y="36941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Workflow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User Input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+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Tags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53619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57276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7276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Intent Parse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57276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items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preferences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2491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6148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6148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DB Query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6148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stock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tag profile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91363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5020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5020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RAG Search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5020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Dify KB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10235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3892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3892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Rank &amp; Filter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3892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Expiry-first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sort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29107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2764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2764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LLM Generate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2764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builds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reply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479792" y="4288536"/>
            <a:ext cx="3657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516368" y="3950208"/>
            <a:ext cx="1152144" cy="676656"/>
          </a:xfrm>
          <a:prstGeom prst="rect">
            <a:avLst/>
          </a:prstGeom>
          <a:solidFill>
            <a:srgbClr val="1A2E44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16368" y="3959352"/>
            <a:ext cx="115214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Output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16368" y="4233672"/>
            <a:ext cx="1152144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+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 shown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 ·  6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24871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2487168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· TAG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Tag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1188" y="932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Endpoints — User &amp; Tag 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25272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" y="1207008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146304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→ 201 / 409 on dup email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1719072"/>
            <a:ext cx="0" cy="1143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87909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8790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" y="1833372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186994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" y="20894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password → JWT token (24h)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" y="2345436"/>
            <a:ext cx="0" cy="1143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50545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505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" y="2459736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249631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/tags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13232" y="2715768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goal / diet / region lists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" y="2971800"/>
            <a:ext cx="0" cy="1143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1318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1318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" y="3086100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31226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/user/tags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334213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USER_TAG · idempotent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8912" y="3598164"/>
            <a:ext cx="0" cy="1143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75818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758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" y="3712464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374904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/user/tags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" y="396849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delete old → insert new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8912" y="4224528"/>
            <a:ext cx="0" cy="1143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438454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3845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" y="4338828"/>
            <a:ext cx="2304288" cy="512064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3232" y="437540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/user/tags/{user_id}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" y="459486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query → full tag details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27248" y="1188720"/>
            <a:ext cx="195681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18688" y="1188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Tags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18688" y="1591056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18688" y="1591056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28416" y="16459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Gain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28416" y="1865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High-protein recipes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18688" y="2212848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18688" y="2212848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328416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Loss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28416" y="2487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Low-cal, balanced macros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18688" y="2834640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218688" y="2834640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328416" y="28895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284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daily intake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135077" y="1188720"/>
            <a:ext cx="195681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26517" y="1188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Tags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226517" y="1591056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226517" y="1591056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336245" y="16459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336245" y="1865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Keto-friendly options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226517" y="2212848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226517" y="2212848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336245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36245" y="2487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only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26517" y="2834640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226517" y="2834640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336245" y="28895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36245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Low-oil, steamed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55317" y="1188720"/>
            <a:ext cx="195681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146757" y="1188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Tags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46757" y="1591056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146757" y="1591056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256485" y="16459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Cantonese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256485" y="186537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Mild, steamed style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146757" y="2212848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146757" y="2212848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256485" y="22677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Sichuan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256485" y="24871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Spicy, bold flavours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146757" y="2834640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146757" y="2834640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256485" y="28895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Style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256485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 chaan teng fusion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146757" y="3456432"/>
            <a:ext cx="1773936" cy="530352"/>
          </a:xfrm>
          <a:prstGeom prst="rect">
            <a:avLst/>
          </a:prstGeom>
          <a:solidFill>
            <a:srgbClr val="1A2E44"/>
          </a:solidFill>
          <a:ln w="12700">
            <a:solidFill>
              <a:srgbClr val="253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146757" y="3456432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256485" y="35112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256485" y="37307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&amp; baked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351995" y="4567428"/>
            <a:ext cx="5660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bcrypt · JWT HS256 (24h) · 409 dup email · 401 unified · CORS for :3000   |   Tables: USER · TAG · USER_TAG (SQLAlchemy ORM)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  ·  7 / 15</a:t>
            </a:r>
            <a:endParaRPr lang="en-US" sz="900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DD5013BB-388D-5671-29EC-C852B0404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7572"/>
            <a:ext cx="9144000" cy="3802383"/>
          </a:xfrm>
          <a:prstGeom prst="rect">
            <a:avLst/>
          </a:prstGeom>
          <a:solidFill>
            <a:srgbClr val="0F2336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276</Words>
  <Application>Microsoft Office PowerPoint</Application>
  <PresentationFormat>全屏显示(16:9)</PresentationFormat>
  <Paragraphs>81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Yuxuan Tian</cp:lastModifiedBy>
  <cp:revision>2</cp:revision>
  <dcterms:created xsi:type="dcterms:W3CDTF">2026-04-01T10:47:02Z</dcterms:created>
  <dcterms:modified xsi:type="dcterms:W3CDTF">2026-04-01T12:06:54Z</dcterms:modified>
</cp:coreProperties>
</file>